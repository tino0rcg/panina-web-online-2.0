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B7C1"/>
                </a:solidFill>
              </a:rPr>
              <a:t>ONLINE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Consultoría TI y Transformación Digital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BC0"/>
                </a:solidFill>
              </a:rPr>
              <a:t>Mejoramos tu infraestructura, integramos tus sistemas y protegemos la continuidad de tu negocio.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7A97"/>
                </a:solidFill>
              </a:rPr>
              <a:t>Ingeniería con Propósito Humano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En ONLINE System no solo implementamos tecnología: diseñamos soluciones integrales que conectan infraestructura, sistemas y personas para asegurar la continuidad real de tu negocio.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A diferencia de proveedores tradicionales, integramos transformación digital, redes, energía y ciberseguridad en una sola estrategia, con acompañamiento experto y soporte 24/7.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7A97"/>
                </a:solidFill>
              </a:rPr>
              <a:t>Nuestros Principales Servicios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Contrato y Soporte de Mantenimiento Preventivo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Transformación Digital y Soluciones TI Integrales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Servicio de Ingeniería, Redes y Telecomunicaciones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Cloud Computing (AWS, Azure, Google Cloud)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Ciberseguridad y Protección Proactiva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Integración de Sistemas ERP (Softland, SAP) y APIs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7A97"/>
                </a:solidFill>
              </a:rPr>
              <a:t>Diagnóstico TI 360°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Evaluación integral de infraestructura y sistemas.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Detección de vulnerabilidades de ciberseguridad.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Mapeo y evaluación de la eficiencia en flujos de trabajo.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Plan de acción enfocado en Quick Wins y Roadmap a largo plazo.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B7C1"/>
                </a:solidFill>
              </a:rPr>
              <a:t>Maximice su rentabilidad (ROI): Al transformar gastos reactivos imprevistos en mantenimiento preventivo, las empresas reducen hasta un 85% los tiempos de inactividad crítica.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7A97"/>
                </a:solidFill>
              </a:rPr>
              <a:t>¿Por qué confiar en ONLINE System?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Tu operación no puede fallar. Nosotros lo aseguramos.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</a:rPr>
              <a:t>Respaldo Local Especializado: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 Equipo de ingenieros en Chile listos para soporte remoto y presencial.
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</a:rPr>
              <a:t>Cumplimiento Normativo: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 Sistemas bajo estrictos estándares chilenos.
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</a:rPr>
              <a:t>Continuidad Operativa: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 Herramientas que previenen caídas asegurando su negocio.
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</a:rPr>
              <a:t>Arquitectura Escalable: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</a:rPr>
              <a:t> Ecosistemas pensados para crecer optimizando el ROI a largo plazo.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7A97"/>
                </a:solidFill>
              </a:rPr>
              <a:t>Equipo Directivo y de Ingeniería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Alejandro Contreras D.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Fundador y Consultor Senior de Transformación Digital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&gt; 25 años de experiencia liderando soluciones tecnológicas.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Ramiro Contreras G.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Ingeniero Especialista en IA y Automatización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&gt; Enfocado en optimizar eficiencia e Inteligencia Artificial.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Rodrigo Hernández V.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Gerente Comercial de Infraestructura y Data Center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F172A"/>
                </a:solidFill>
              </a:rPr>
              <a:t>&gt; Especialista en soluciones críticas y continuidad operativa.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7A97"/>
                </a:solidFill>
              </a:rPr>
              <a:t>Calculadora de Retorno de Inversión (ROI)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</a:rPr>
              <a:t>Muchas empresas ven el soporte TI como un gasto, omitiendo su verdadero costo oculto: las horas en las que todo su equipo de trabajo no puede operar debido a fallas técnicas.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7A97"/>
                </a:solidFill>
              </a:rPr>
              <a:t>[ Horas Mensuales Resueltas ] × [ Costo por Hora de Planilla ] = [ Dinero Salvado 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B7C1"/>
                </a:solidFill>
              </a:rPr>
              <a:t>Nuestra Propuesta: Al implementar tecnología administrada por ONLINE System, pasamos de lo reactivo a lo preventivo. Maximizas la continuidad, recuperas tiempo estratégico y la inversión se paga sola (ahorros estimados: 30% a 60%).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¿Listo para modernizar su operación?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B7C1"/>
                </a:solidFill>
              </a:rPr>
              <a:t>www.onlinesystem.cl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2026-04-13T23:53:42Z</dcterms:created>
  <dcterms:modified xsi:type="dcterms:W3CDTF">2026-04-13T23:53:42Z</dcterms:modified>
</cp:coreProperties>
</file>